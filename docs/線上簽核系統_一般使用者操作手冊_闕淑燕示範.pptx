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一般使用者操作手冊（圖文版）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16355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6974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示範使用者：闕淑燕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涵蓋：登入 → 總覽 → 新增申請 → 查詢 → 簽核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正式網址範例：https://192.168.99.220:3848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簡報製作：張祖銘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示範帳號：闕淑燕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本簡報所有畫面皆以她的身分操作說明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91640" y="1371600"/>
            <a:ext cx="1280160" cy="1280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371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闕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  ·  示範帳號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角色：申請人／簽核人（依實際權限）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本手冊將示範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開啟系統並登入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認識總覽與左側選單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新增一筆請假申請並送出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在「我的申請」查詢進度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在「簽核紀錄」篩選查詢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處理「待我簽核」並核准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帳號設定與通知提醒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2/23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1：開啟系統網址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闕淑燕於公司電腦開啟瀏覽器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在網址列輸入正式系統網址（範例）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1645920"/>
            <a:ext cx="6949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645920"/>
            <a:ext cx="694944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7373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7373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536192" y="173736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1700784"/>
            <a:ext cx="5897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1700784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https://192.168.99.220:3848/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請登入以繼續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338328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進入登入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本機測試：http://127.0.0.1:8080/   ｜   建議使用 Chrome / Edge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3/23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2：登入畫面 — 闕淑燕輸入帳密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帳號／密碼由人資或系統管理員提供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帳號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輸入闕淑燕的系統帳號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（例：Shuyan 或人資提供之帳號）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密碼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輸入密碼（首次登入後建議立即修改）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按「登入」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成功後進入「總覽」首頁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051560"/>
            <a:ext cx="42976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08483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084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Shuyan（範例）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85292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••••••••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3474720"/>
            <a:ext cx="3383280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4747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登 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4/23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3：登入成功 → 總覽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闕淑燕看到待辦數字與快捷入口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737360" cy="3566160"/>
          </a:xfrm>
          <a:prstGeom prst="roundRect">
            <a:avLst>
              <a:gd name="adj" fmla="val 4211"/>
            </a:avLst>
          </a:prstGeom>
          <a:solidFill>
            <a:srgbClr val="0F27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15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ARGO  線上簽核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" y="1508760"/>
            <a:ext cx="1591056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037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51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簽核紀錄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帳號設定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40690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40280" y="1005840"/>
            <a:ext cx="6583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你好，闕淑燕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16459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246888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46888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16459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52628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我的申請中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16459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58368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本月已核准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108960"/>
            <a:ext cx="6126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操作提示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點「待我簽核」卡片 → 進入待辦列表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點「新增申請」→ 填寫表單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有新待簽時可能出現桌面通知或中央彈窗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5/23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4：認識左側選單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闕淑燕常用功能位置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首頁統計與快捷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別人送來等她簽的單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51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她自己送出的單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🔎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簽核紀錄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相關歷史紀錄查詢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278892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148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2044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建立請假／報支等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78892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9516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帳號設定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改密碼、個人資料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6/23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5：新增申請 — 選擇表單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闕淑燕要申請「請假」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600200" cy="3566160"/>
          </a:xfrm>
          <a:prstGeom prst="roundRect">
            <a:avLst>
              <a:gd name="adj" fmla="val 4571"/>
            </a:avLst>
          </a:prstGeom>
          <a:solidFill>
            <a:srgbClr val="0F27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15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ARGO  線上簽核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037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511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簽核紀錄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2898648"/>
            <a:ext cx="1453896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986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帳號設定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40690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1005840"/>
            <a:ext cx="66751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31720" y="1188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請選擇要申請的表單類型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31720" y="17373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請假申請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闕淑燕點這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17373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出差申請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17373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費用報支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28803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一般簽呈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34840" y="28803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請購申請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28803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電腦異常報修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7/23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6：填寫請假申請表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依欄位如實填寫，紅色＊為必填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請假申請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假別 *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475488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013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特休假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開始日期 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475488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41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2026-07-28 09:00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結束日期 *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81528"/>
            <a:ext cx="475488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81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2026-07-28 18:00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事由 *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21608"/>
            <a:ext cx="475488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216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家庭事務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00584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闕淑燕注意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17373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確認假別與日期正確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事由請簡要清楚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可上傳附件（若有）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送出前再核對一次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送出後進入簽核流程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8/23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7：送出申請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闕淑燕按下「送出」後進入簽核流程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828800"/>
            <a:ext cx="32004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2788920" y="146304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32004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46304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20840" y="1828800"/>
            <a:ext cx="32004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46304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送出成功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系統會通知下一關簽核人（Email／LINE／桌面通知，依公司設定）。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闕淑燕可到「我的申請」查看進度與目前關卡。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9/23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8：我的申請 — 查詢自己的單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闕淑燕查看剛送出的請假單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0F27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ARGO  線上簽核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203704"/>
            <a:ext cx="1408176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203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511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簽核紀錄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98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246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帳號設定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40690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100584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945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94560" y="150876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15087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狀態：全部 ▼    關鍵字：_________    [查詢]  [清除]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0" y="2103120"/>
            <a:ext cx="6400800" cy="3200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1031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單號          表單        狀態        更新時間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2423160"/>
            <a:ext cx="640080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24231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A-202607-012   請假申請   簽核中   2026-07-26 10:15  ← 點列開啟詳情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2971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A-202606-088   請假申請   已核准   2026-06-20 16:40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356616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2331720" y="36576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操作：點任一列 → 看流程進度、關卡簽核人、意見與附件。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狀態說明：簽核中＝進行中；已核准／已駁回／已取消＝結束。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10/23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9：簽核紀錄 — 進階查詢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依日期、表單、狀態篩選相關單據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查詢條件（示意）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日期起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9202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2026-07-01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554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783080"/>
            <a:ext cx="19202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783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2026-07-31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554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9202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83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請假申請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1554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783080"/>
            <a:ext cx="19202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783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8412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闕淑燕的操作步驟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左側點「簽核紀錄」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設定日期區間、表單類型、狀態後按「查詢」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列表顯示與她相關的申請／簽核紀錄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點列進入詳情；可按「清除條件」重設篩選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11/23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10：待我簽核 — 處理別人的單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若闕淑燕是主管／簽核人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0F27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ARGO  線上簽核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856232"/>
            <a:ext cx="1408176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56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03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511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簽核紀錄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98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246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帳號設定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40690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100584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945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  (2)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240280" y="1645920"/>
            <a:ext cx="63093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1755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A-202607-015  ·  請假申請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2316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申請人：王小明    送達：07-26 09:20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90195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開啟處理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2651760"/>
            <a:ext cx="63093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2761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A-202607-016  ·  費用報支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23160" y="3090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申請人：李美玲    送達：07-26 09:45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290779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907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開啟處理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12/23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11：詳情頁 — 核准或駁回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闕淑燕審閱內容後簽核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請假申請  A-202607-015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申請人：王小明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假別：特休假　日期：2026-07-30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事由：家庭事務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目前關卡：部門主管（闕淑燕）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簽核意見（選填）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33756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同意，請人資備查。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02336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023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核准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71800" y="402336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4023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駁回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100584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0F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簽核檢查清單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82880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閱讀申請內容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確認附件（若有）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撰寫意見（選填）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 或 駁回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駁回時建議填原因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13/23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12：查看簽核歷程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闕淑燕在詳情頁下方時間軸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1783080"/>
            <a:ext cx="73152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128016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371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已送出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65960" y="1691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 · 07-26 10:15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423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243584" y="2788920"/>
            <a:ext cx="73152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228600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65960" y="2377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主管簽核中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65960" y="2697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 闕淑燕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4290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329184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65960" y="3383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人資／後續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65960" y="3703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尚未到達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14/23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13：帳號設定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闕淑燕修改密碼與個人資料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207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顯示名稱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813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確認為「闕淑燕」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0312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042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用於收信通知（若公司啟用）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2608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修改密碼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127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輸入舊密碼與新密碼後儲存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74904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675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通知開關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9502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依公司政策開啟／關閉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15/23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14：通知如何收到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／ LINE ／ 桌面彈窗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待簽、核准、駁回等郵件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請確認信箱與垃圾郵件匣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27432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綁定後手機即時推播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對官方帳號傳：綁定 帳號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27432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瀏覽器開著簽核系統時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系統通知 + 中央彈窗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16/23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闕淑燕日常使用小提醒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提高效率與正確性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10972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每天上班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先看「待我簽核」與總覽數字，避免漏簽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10972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再確認表單、日期、金額、附件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194560"/>
            <a:ext cx="10972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查進度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用「我的申請」點進詳情看時間軸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19456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194560"/>
            <a:ext cx="10972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查歷史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「簽核紀錄」用日期與狀態篩選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2918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291840"/>
            <a:ext cx="10972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勿分享帳密；定期修改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2918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291840"/>
            <a:ext cx="10972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公司啟用 LINE 時請完成「綁定」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17/23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常見問題（使用者）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闕淑燕可能遇到的狀況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忘記密碼？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請洽系統管理員重設，勿使用他人帳號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看不到選單？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該功能可能無權限（如備份、流程管理）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送出後想改？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視流程是否允許撤回；否則請駁回後重送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收不到信？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查垃圾郵件；確認帳號設定中的 Email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LINE 沒訊息？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是否已「綁定 帳號」；公司是否啟用 LINE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頁面空白？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Ctrl+F5 重新整理；改用 Chrome／Edge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沒有「主旨」欄？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僅「一般簽呈」需填主旨；請假／請購等由系統自動產生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PDF 中文亂碼？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請確認伺服器 fonts 有 Deng.ttf；本機需重新整理後再下載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18/23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一頁速查：闕淑燕的一天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從登入到簽完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開啟網址 → 帳密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8288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20116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看待簽數字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8288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11880" y="20116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4612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處理別人單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8288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0116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請假／報支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8288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8076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52360" y="18288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20116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9808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9808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登出或繼續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19/23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新增申請：主旨欄位規則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2026-07 更新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0876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一般簽呈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畫面顯示「主旨 *」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必須自行填寫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0876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請假／請購／報支…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不顯示主旨欄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送出時系統依表單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自動產生（列表仍可見）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50876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為何這樣？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減少重複輸入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表單已有事由／品名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等關鍵資訊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20/23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請假核准後：設定 Email 自動回覆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最終核准系統內通知（若管理員有設定）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109728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143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假單最終核准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143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總經理（或最後一關）核定通過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系統內通知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指定人員在總覽／待簽看到待確認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274320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設定自動回覆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2788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為請假同仁設定 Email 自動回覆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611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356616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71600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點「已設定自動回覆／確認收到」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21/23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管理員／IT 相關（摘要）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詳細見系統設定與流程管理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簽核流程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自訂欄位可「上移／下移」調整申請單順序；可選 PDF 版面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流程模組匯出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含表單＋步驟＋PDF 排版＋最終通知；不含系統設定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PDF 數位簽章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系統設定可「製作數位簽章」自簽 .p12，或上傳公司憑證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本機字型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fonts/Deng.ttf 避免 PDF 中文亂碼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206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正式站：https://192.168.99.220:3848　·　本機開發埠：8080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闕淑燕示範操作  ·  22/23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操作練習建議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請以「闕淑燕」示範帳號實際走一遍：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新增請假 → 我的申請查詢 → 待簽（若有）→ 核准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正式站：https://192.168.99.220:3848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詳細安裝說明請見同套件《完整安裝說明.md》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簡報製作：張祖銘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張祖銘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線上簽核系統 — 使用者操作手冊（闕淑燕示範）</dc:title>
  <dc:subject>登入、建立申請、查詢、簽核</dc:subject>
  <dc:creator>張祖銘</dc:creator>
  <cp:lastModifiedBy>張祖銘</cp:lastModifiedBy>
  <cp:revision>1</cp:revision>
  <dcterms:created xsi:type="dcterms:W3CDTF">2026-07-31T14:46:01Z</dcterms:created>
  <dcterms:modified xsi:type="dcterms:W3CDTF">2026-07-31T14:46:01Z</dcterms:modified>
</cp:coreProperties>
</file>