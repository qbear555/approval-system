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635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一般使用者完整操作手冊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· 七大申請流程 · 待簽核 · 查詢 · 通知 · 常見問題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依實際介面步驟說明（含 UI 示意圖）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正式站：http://192.168.99.220:3847 ｜ https://192.168.99.220:3848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本機測試：http://127.0.0.1:8080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本手冊章節一覽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一、開始使用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二、登入系統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三、主畫面與側欄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四、總覽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五、新增申請（通用）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六、七大簽核流程詳解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七、我的申請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八、待我簽核（簽核人）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九、簽核紀錄與 PDF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十、帳號設定與通知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十一、狀態對照與 FAQ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十二、練習路徑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一、開始使用 — 誰適用本手冊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一般使用者（非系統管理員專用功能）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9144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28016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全體同仁：送出請假、請購、簽呈、報支、出差、加班、報修；以及輪到您時簽核他人單據。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832104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不在本手冊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233172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系統設定、簽核流程設計、成員權限、備份、PDF 公司憑證製作等（屬管理員）。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832104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網路環境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33832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僅公司內網。請連公司網路或 VPN 後再開網址，勿從外網直接連線。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一、開始使用 — 如何開啟系統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建議使用 Chrome 或 Microsoft Edge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17957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17957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117957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152144"/>
            <a:ext cx="72694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152144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https://192.168.99.220:3848/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18288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 HTTPS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https://192.168.99.220:3848/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18288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6616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 HTTP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http://192.168.99.220:3847/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8288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本機測試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http://127.0.0.1:8080/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開發／本機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 HTTPS 出現憑證警告：多為內網自簽憑證，請依公司 IT 指引繼續或匯入信任根憑證。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二、登入系統 — 畫面說明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對應實際登入頁（auth-card）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0" y="1051560"/>
            <a:ext cx="402336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公司名稱 / Logo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請輸入帳號與密碼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2286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2487168"/>
            <a:ext cx="338328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4871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請輸入使用者帳號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26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3127248"/>
            <a:ext cx="3383280" cy="347472"/>
          </a:xfrm>
          <a:prstGeom prst="roundRect">
            <a:avLst>
              <a:gd name="adj" fmla="val 157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127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••••••••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80360" y="379476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37947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 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二、登入系統 — 操作步驟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帳號由人資／管理員核發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051560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開啟瀏覽器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097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連上公司內網後，輸入正式站網址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556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1709928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輸入帳號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1755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通常為英文帳號（username），注意大小寫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414016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2368296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80160" y="2414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輸入密碼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24140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預設密碼請於首次登入後至「帳號設定」修改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072384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3026664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80160" y="30723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按「登入」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30723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成功後進入「總覽」；失敗會顯示錯誤訊息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73075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7280" y="3685032"/>
            <a:ext cx="7589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80160" y="3730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桌面通知（可選）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66160" y="3730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若瀏覽器詢問通知權限，建議允許，以便待簽提醒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三、主畫面與側欄 — 整體佈局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登入後實際畫面結構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850392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10424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" y="10424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10424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1014984"/>
            <a:ext cx="754380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014984"/>
            <a:ext cx="7452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http://192.168.99.220:3847/#dashboard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25880"/>
            <a:ext cx="1554480" cy="3108960"/>
          </a:xfrm>
          <a:prstGeom prst="roundRect">
            <a:avLst>
              <a:gd name="adj" fmla="val 4706"/>
            </a:avLst>
          </a:prstGeom>
          <a:solidFill>
            <a:srgbClr val="0F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783080"/>
            <a:ext cx="1408176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" y="2112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" y="2441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" y="2770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簽核紀錄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" y="3099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帳號設定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99592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995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1325880"/>
            <a:ext cx="6537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94560" y="18745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304288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04288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297680" y="18745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07408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我的進行中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07408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400800" y="18745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10528" y="1965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我已完成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10528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194560" y="278892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331720" y="2926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待辦簽核列表區（點列可進詳情）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31720" y="32918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單號 · 流程名稱 · 申請人 · 狀態 · 更新時間 …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三、主畫面與側欄 — 各選單用途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左側深藍色選單（固定）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統計數字、公司公告、待辦預覽、快速開始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待我簽核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輪到您簽核的單據列表（最重要的工作清單）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我的申請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您本人送出的所有申請與進度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簽核紀錄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與您相關的簽核歷史（含已處理）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新增申請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選擇流程 → 填表 → 送出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帳號設定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姓名顯示、Email、密碼、通知偏好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提示：側欄「待我簽核」旁可能出現紅色數字角標＝目前待辦件數。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四、總覽 — 統計卡與快速開始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進入系統後的首頁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點卡進入待簽列表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我的進行中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尚未結案的申請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6517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我已完成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已核准／已結案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26517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快速開始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新增申請、待簽核等按鈕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四、總覽 — 公司公告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管理員於系統設定維護；有公布期間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歡迎使用線上簽核系統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請留意待簽核與公司通知。點右側「查看」可讀全文與附件預覽。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18288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公告僅在「公布期間內」顯示；過期自動下架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總覽不顯示附件檔名；點「查看」後可「開啟檢視」（不提供下載）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無公告時此區塊不會出現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五、新增申請 — 通用步驟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側欄 → 新增申請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點左側「新增申請」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在流程清單選擇要申請的類型（如請假、請購）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依表單欄位填寫（紅＊為必填）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13258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需要時上傳附件（PDF／圖片／Office 等）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3774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檢查無誤後按「送出申請」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2004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4290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至「我的申請」確認狀態與目前關卡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五、新增申請 — 填表與附件規則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避免送出失敗的常見注意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必填欄位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標示＊或說明為必填者未填無法送出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僅「一般簽呈」需自行填主旨；其他流程通常自動產生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日期時間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請假／加班請選正確起迄；系統可能自動試算時數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人員選擇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代理人、會簽人等請由名單挑選，勿空白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 PDF／JPG；檔名避免特殊符號；機密文件依公司規定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送出後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多數情況不可隨意刪改；需撤回請洽管理員或依系統功能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六、七大簽核流程 — 總覽表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以下各節逐一詳解表單與關卡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流程名稱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簽核關卡（簡述）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請假申請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代理人 → 人事單位 → 部門主管 → 副總經理 → 總經理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請購申請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部門主管 → 副總經理 → 總經理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一般簽呈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部門主管 → 會簽人員 → 副總經理 → 總經理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費用報支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部門主管 → 副總經理 → 總經理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出差申請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人事單位 → 部門主管 → 副總經理 → 總經理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延長工時申請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部門主管 → 副總經理 → 人事單位 → 總經理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電腦異常報修申請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管理部檢修 → 副總經理 → 總經理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六、請假申請 — 表單欄位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 1/7 · 新增申請時填寫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424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0424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10424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014984"/>
            <a:ext cx="31546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01498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#new-request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411480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請假申請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代理人 *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476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假別 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048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起始日／時間 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54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結束日／時間 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192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11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天數／小時 *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764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代理人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人員選擇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假別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下拉選單（特休／事假／病假…）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起始日／時間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日期+時間（30 分）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結束日／時間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日期+時間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天數／小時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數字（可自動試算）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天數必填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多行文字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六、請假申請 — 簽核關卡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 → 代理人 → 人事單位 → 部門主管 → 副總經理（兩位皆須核准）→ 總經理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897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897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48256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1468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601468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93976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人事單位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11296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30752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83964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283964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76472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部門主管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93792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13248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66460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9664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58968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副總經理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95744" y="137160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48956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7648956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41464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申請人送出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283464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使用提醒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送出後代理人需先簽；人事可能核定假別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核准後若有「最終通知」，請依公司規定設定 Email 自動回覆後於系統確認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特休／已休時數可於帳號或人事相關畫面查詢（視權限）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六、請購申請 — 表單欄位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 2/7 · 新增申請時填寫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424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0424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10424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014984"/>
            <a:ext cx="31546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01498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#new-request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411480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請購申請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品名／項目 *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476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數量 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048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預估金額 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54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建議廠商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192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11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請購事由 *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764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品名／項目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預估金額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建議廠商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請購事由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多行文字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需用日期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六、請購申請 — 簽核關卡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 → 部門主管 → 副總經理 → 總經理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761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46761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部門主管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6992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177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27177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1564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副總經理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3024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7408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593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07593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1980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申請人送出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使用提醒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金額較高時關卡仍依流程設定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附件可上傳報價單、規格書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六、一般簽呈 — 表單欄位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 3/7 · 新增申請時填寫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424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0424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10424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014984"/>
            <a:ext cx="31546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01498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#new-request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411480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一般簽呈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主旨說明 *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476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類別 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048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主旨說明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多行文字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必填（僅此流程需填主旨）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勾選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六、一般簽呈 — 簽核關卡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 → 部門主管（可略過）→ 會簽人員（可多選、皆須核准）→ 副總經理 → 總經理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471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部門主管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會簽人員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3095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33095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副總經理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7512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3407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43407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申請人送出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使用提醒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一般簽呈為少數需自行填「主旨」的流程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會簽為「皆須核准」時，每位會簽人都要同意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19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六、費用報支 — 表單欄位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 4/7 · 新增申請時填寫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424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0424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10424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014984"/>
            <a:ext cx="31546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01498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#new-request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411480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費用報支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費用類別 *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476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 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048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發生日期 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54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費用說明 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192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費用類別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發生日期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多行文字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六、費用報支 — 簽核關卡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 → 部門主管 → 副總經理 → 總經理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761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46761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部門主管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6992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177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27177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1564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副總經理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3024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7408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593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07593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1980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申請人送出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使用提醒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請附上發票／收據掃描檔作為附件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金額請與憑證一致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六、出差申請 — 表單欄位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 5/7 · 新增申請時填寫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424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0424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10424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014984"/>
            <a:ext cx="31546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01498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#new-request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411480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出差申請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出差地點 *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476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起始日／結束日 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048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出差事由 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54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預估費用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192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出差地點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起始日／結束日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出差事由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多行文字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預估費用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六、出差申請 — 簽核關卡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 → 人事單位 → 部門主管 → 副總經理 → 總經理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471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人事單位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部門主管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3095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33095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副總經理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7512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3407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43407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申請人送出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使用提醒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出差結束後相關報支可另開「費用報支」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六、延長工時申請 — 表單欄位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 6/7 · 新增申請時填寫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424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0424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10424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014984"/>
            <a:ext cx="31546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01498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#new-request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411480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延長工時申請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事由 *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476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延長工時開始／結束 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048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申請時數（小時） 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546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選擇項目 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192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11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其他說明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764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多行文字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延長工時開始／結束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日期時間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申請時數（小時）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選擇項目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誤餐費或補休（擇一）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其他說明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六、延長工時申請 — 簽核關卡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 → 部門主管 → 副總經理 → 人事核算 → 總經理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471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部門主管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副總經理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3095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33095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人事單位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75120" y="13716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3407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43407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申請人送出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使用提醒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誤餐費與補休僅可擇一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補休累計上限與期限依公司規定（如 40 小時／一年內）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六、電腦異常報修申請 — 表單欄位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 7/7 · 新增申請時填寫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4241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" y="104241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104241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014984"/>
            <a:ext cx="31546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01498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#new-request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411480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電腦異常報修申請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設備異常說明 *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476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0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電腦規格（申請人填寫）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04872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設備異常說明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多行文字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電腦規格（申請人填寫）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多行文字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六、電腦異常報修申請 — 簽核關卡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 → 管理部檢修 → 副總經理 → 總經理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761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46761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管理部檢修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6992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177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27177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1564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副總經理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3024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74080" y="13716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75932" y="15087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075932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1980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申請人送出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使用提醒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請清楚描述故障現象、發生時間、是否影響業務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管理部檢修後才會往上呈核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七、我的申請 — 查進度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側欄 → 我的申請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08813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8813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" y="108813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1060704"/>
            <a:ext cx="745236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060704"/>
            <a:ext cx="7360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371600"/>
            <a:ext cx="1417320" cy="2834640"/>
          </a:xfrm>
          <a:prstGeom prst="roundRect">
            <a:avLst>
              <a:gd name="adj" fmla="val 5161"/>
            </a:avLst>
          </a:prstGeom>
          <a:solidFill>
            <a:srgbClr val="0F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4630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1828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2157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" y="2487168"/>
            <a:ext cx="1271016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2487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" y="2816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簽核紀錄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31455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新增申請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" y="34747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帳號設定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" y="376732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767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0" y="1371600"/>
            <a:ext cx="6583680" cy="2834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我的申請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94560" y="1920240"/>
            <a:ext cx="6217920" cy="3200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1920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單號    流程      狀態      目前關卡      更新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2286000"/>
            <a:ext cx="6217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2860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#128     請假申請     簽核中     部門主管     07-30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2697480"/>
            <a:ext cx="621792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26974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#125     請購申請     已核准     —     07-28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108960"/>
            <a:ext cx="62179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286000" y="31089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#120     一般簽呈     退回     申請人     07-25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七、我的申請 — 狀態意義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列表上常見狀態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簽核中／進行中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1097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已送出，尚有關卡未完成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已核准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全部關卡通過，流程結束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已退回／退回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某關退回，可能需修改重送（依系統）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已駁回／否決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017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被否決結束，通常不可再簽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657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若有暫存功能，尚未正式送出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八、待我簽核 — 處理他人單據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當您是關卡簽核人時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側欄點「待我簽核」（或總覽統計卡／角標）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列表顯示：單號、流程、申請人、送達時間等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點任一列進入「簽核詳情」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閱讀表單內容、附件、歷程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選擇：核准／退回／駁回（依畫面按鈕）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必要時填寫意見後送出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完成後該件自待辦消失，可至「簽核紀錄」查詢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八、簽核詳情 — 核准操作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詳情頁下方操作區（示意）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088136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88136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" y="1088136"/>
            <a:ext cx="100584" cy="10058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1060704"/>
            <a:ext cx="745236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060704"/>
            <a:ext cx="7360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#detail/128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41732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請假申請  #128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申請人：王小明　｜　狀態：待您簽核　｜　關卡：部門主管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假別：事假　｜　期間：2026-08-05 09:00～17:30　｜　事由：個人事務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1089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88920" y="31089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278892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退回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1089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駁回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意見（選填）輸入框…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31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八、簽核動作差異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請依權責謹慎操作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同意本關。單據流向下關或結案為已核准。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退回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2423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退回申請人或前關（依系統設定），可請對方修正後再送。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74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駁回／否決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不同意並結束流程，通常無法再繼續簽核。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32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九、簽核紀錄與下載 PDF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留存與列印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側欄「簽核紀錄」：查看與您相關的歷史單據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開啟詳情後，可使用「下載 PDF」取得正式文件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已核准單據的 PDF 可能含公司數位簽章（由系統自動加蓋）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自簽憑證在 Acrobat 可能顯示「簽發者不被信任」，內部防竄改仍有效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勿將含個資的 PDF 外流至非授權管道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33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十、帳號設定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側欄 → 帳號設定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顯示名稱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影響簽核紀錄上顯示的姓名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接收進度通知、催辦信（請填公司信箱）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 通知開關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可選擇是否接收郵件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修改密碼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建議定期更換；勿與他人共用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桌面通知偏好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瀏覽器通知、標題閃爍等（本機偏好）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34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十、通知管道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三種提醒方式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55448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待我簽核角標、總覽待辦、最終核准通知待確認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155448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進度、催辦（需正確信箱且管理員已設 SMTP）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155448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瀏覽器桌面通知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登入中輪詢到新待簽時彈出（需允許權限）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35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十一、常見問題 FAQ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建議處理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登不進去？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確認內網、網址埠號、帳密；仍失敗洽 IT／管理員。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找不到流程？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流程可能停用或無權限；洽管理員確認是否已啟用。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送出後想改？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多數需退回後重送，或請管理員協助；勿重複亂送。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一直沒人簽？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至「我的申請」看卡在哪一關；可請對方登入或用催辦（若有）。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PDF 打不開？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Acrobat／Edge；中文亂碼請回報 IT（字型／伺服器）。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7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手機可以簽嗎？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目前以通知為主，完整簽核建議回公司電腦操作。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36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十二、建議練習路徑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第一次使用請依序操作一次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登入正式站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5087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瀏覽總覽與公告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965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新增「請假」或「一般簽呈」測試單（或依公司規定）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到「我的申請」確認狀態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803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若有待簽：進入詳情練習「核准」（測試環境）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337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 PDF 預覽下載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7947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到帳號設定確認 Email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一般使用者操作手冊  ·  37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4828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依實際介面整理 · 內網簽核系統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感謝使用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線上簽核系統 — 一般使用者完整操作手冊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正式站 https://192.168.99.220:3848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http://127.0.0.1:8080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功能與介面以系統實際版本為準；流程關卡可由管理員調整。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本手冊共 38 頁（含本頁）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Cats. / ARGO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線上簽核系統 — 一般使用者完整操作手冊</dc:title>
  <dc:subject>登入、七大申請流程、簽核、查詢、通知</dc:subject>
  <dc:creator>線上簽核系統</dc:creator>
  <cp:lastModifiedBy>線上簽核系統</cp:lastModifiedBy>
  <cp:revision>1</cp:revision>
  <dcterms:created xsi:type="dcterms:W3CDTF">2026-07-31T16:40:40Z</dcterms:created>
  <dcterms:modified xsi:type="dcterms:W3CDTF">2026-07-31T16:40:40Z</dcterms:modified>
</cp:coreProperties>
</file>