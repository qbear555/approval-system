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9F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操作手冊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→ 申請 → 簽核 → PDF　｜　約 30 人內網　｜　2026-08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  http://127.0.0.1:3847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怎麼進去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4206240"/>
        </p:xfrm>
        <a:graphic>
          <a:graphicData uri="http://schemas.openxmlformats.org/drawingml/2006/table">
            <a:tbl>
              <a:tblPr/>
              <a:tblGrid>
                <a:gridCol w="2377440"/>
                <a:gridCol w="886968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本機（首頁）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http://127.0.0.1:3847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區網 HTTP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http://伺服器IP:3847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區網 HTTPS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https://伺服器IP:3848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帳號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Admin（管理員建立其他人帳號，不能自行註冊）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密碼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全新庫看 data/.admin-bootstrap.txt，登入後立刻改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349240"/>
            <a:ext cx="11247120" cy="9601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開發階段：電腦綁定已停用。LINE 通知目前只給內建 Admin。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  ·  2 /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畫面怎麼走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8813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0" y="10881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待辦、公告、統計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73352"/>
            <a:ext cx="112471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013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新增申請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1801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選流程、填表、送出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14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待我簽核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2514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核准／駁回／加簽／轉簽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099816"/>
            <a:ext cx="112471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278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我的申請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0" y="32278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自己送出的單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813048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94106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簽核紀錄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39410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相關單據；管理員可看已刪除並還原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526280"/>
            <a:ext cx="112471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6542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簽核流程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0400" y="46542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管理員維護步驟與表單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5239512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3675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備份／報表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00400" y="53675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依權限：備份 PDF、請假 Excel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  ·  3 /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新增申請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57784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61872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167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選流程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請假、請購、報支、出差、加班、報修、簽呈、信用額度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005840"/>
            <a:ext cx="557784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261872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3167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1280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填欄位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83680" y="19659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必填會標示。僅一般簽呈要自己填主旨，其餘自動產生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57784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730752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78561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7490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附件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1520" y="443484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可上傳；已核准下載時會連 PDF 打包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3474720"/>
            <a:ext cx="557784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3730752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78561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37490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83680" y="443484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下一關簽核人會收到 Email；Admin 另可收 LINE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  ·  4 /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請假申請（最常用）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流程：申請人 → 代理人 → 人事 → 部門主管 → 副總（兩位都要簽）→ 總經理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3657600"/>
        </p:xfrm>
        <a:graphic>
          <a:graphicData uri="http://schemas.openxmlformats.org/drawingml/2006/table">
            <a:tbl>
              <a:tblPr/>
              <a:tblGrid>
                <a:gridCol w="2926080"/>
                <a:gridCol w="832104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代理人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人員選擇，必填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假別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特休／事假／病假等，必填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起迄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日期＋時間（30 分）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天數／小時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可自動試算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事由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選填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257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核准後若有最終通知，請依公司規定設定 Email 自動回覆，再到系統點「確認收到」。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  ·  5 /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其他表單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28016" cy="6217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" y="914400"/>
            <a:ext cx="11119104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0424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0" y="104241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品名、數量、金額、需用日 → 主管 → 副總 → 總經理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128016" cy="6217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Shape 7"/>
          <p:cNvSpPr/>
          <p:nvPr/>
        </p:nvSpPr>
        <p:spPr>
          <a:xfrm>
            <a:off x="585216" y="1627632"/>
            <a:ext cx="11119104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556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費用報支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175564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用途與金額，流程與請購類似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340864"/>
            <a:ext cx="128016" cy="6217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Shape 11"/>
          <p:cNvSpPr/>
          <p:nvPr/>
        </p:nvSpPr>
        <p:spPr>
          <a:xfrm>
            <a:off x="585216" y="2340864"/>
            <a:ext cx="11119104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24688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地點、期間、交通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128016" cy="6217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Shape 15"/>
          <p:cNvSpPr/>
          <p:nvPr/>
        </p:nvSpPr>
        <p:spPr>
          <a:xfrm>
            <a:off x="585216" y="3054096"/>
            <a:ext cx="11119104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1821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加班／延長工時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4720" y="318211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時段與時數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128016" cy="6217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Shape 19"/>
          <p:cNvSpPr/>
          <p:nvPr/>
        </p:nvSpPr>
        <p:spPr>
          <a:xfrm>
            <a:off x="585216" y="3767328"/>
            <a:ext cx="11119104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8953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電腦報修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74720" y="3895344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設備與異常說明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128016" cy="6217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Shape 23"/>
          <p:cNvSpPr/>
          <p:nvPr/>
        </p:nvSpPr>
        <p:spPr>
          <a:xfrm>
            <a:off x="585216" y="4480560"/>
            <a:ext cx="11119104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6085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一般簽呈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74720" y="460857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唯一需要自填主旨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" y="5193792"/>
            <a:ext cx="128016" cy="6217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9" name="Shape 27"/>
          <p:cNvSpPr/>
          <p:nvPr/>
        </p:nvSpPr>
        <p:spPr>
          <a:xfrm>
            <a:off x="585216" y="5193792"/>
            <a:ext cx="11119104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321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信用額度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474720" y="532180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客戶與額度；財務建檔後申請人確認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  ·  6 /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待我簽核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65760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可填意見；會簽要全部同意才過關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051560"/>
            <a:ext cx="365760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駁回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26280" y="20116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退回申請人，流程結束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38160" y="1051560"/>
            <a:ext cx="365760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加簽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66760" y="20116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臨時多請一位同仁會簽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365760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轉簽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" y="44805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把本關交給另一位主管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97680" y="3520440"/>
            <a:ext cx="365760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催辦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26280" y="44805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 提醒目前簽核人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38160" y="3520440"/>
            <a:ext cx="365760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桌面彈窗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66760" y="44805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登入中有新待簽會跳出中央提示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  ·  7 /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 與備份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詳情頁可預覽正式版面；已核准可下載。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中文用專案字型 Deng.ttf；已核准右上角有紅色「核准」章。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可選公司 .p12 或系統設定製作自簽憑證做數位簽章。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側欄「備份資料」依部門／表單／年月存放在 data/backups/。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有附件或啟用加密時存 ZIP。部署更新不會覆蓋此目錄。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  ·  8 /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1444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926080" y="1325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正式留底。設定在執行期，一鍵包不含帳密。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11247120" cy="1444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8036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926080" y="29260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手機即時。現在只給內建 Admin。傳「綁定 Admin」。Webhook 用 https://catshome.tw:3848/line/webhook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251960"/>
            <a:ext cx="11247120" cy="1444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48056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桌面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26080" y="45262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電腦開著簽核頁：系統通知＋畫面正中彈窗。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  ·  9 /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刪除與還原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刪除是軟刪：列表隱藏，單據、附件、備份、稽核都還在。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一般人不能刪已核准單。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管理員到「簽核紀錄 → 查看已刪除單據」可還原。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已刪單據詳情會標示，並有「還原申請」。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  ·  10 /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管理員要記得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47120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17520" y="11887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自己建帳號，不要開放註冊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1247120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945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17520" y="21945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可匯出／匯入整包模組（含 PDF 排版與最終通知）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11247120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004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系統設定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17520" y="320040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公司名、Logo、公告、備份加密、PDF 簽章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11247120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2062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017520" y="42062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NAS_SKIP_DB=1，不要覆蓋 data/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983480"/>
            <a:ext cx="11247120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2120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017520" y="52120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D:\一鍵安裝包 的 NAS／Ubuntu／Windows，不含密鑰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  ·  11 /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有問題先看這三個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README.md — 專案總說明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CHANGELOG.md — 唯一修改紀錄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docs/SYNOLOGY.md、UBUNTU.md、一鍵更新說明.md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https://github.com/qbear555/approval-system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線上簽核系統 — 操作手冊</dc:title>
  <dc:subject>登入、申請、簽核、PDF、通知</dc:subject>
  <dc:creator>線上簽核系統</dc:creator>
  <cp:lastModifiedBy>線上簽核系統</cp:lastModifiedBy>
  <cp:revision>1</cp:revision>
  <dcterms:created xsi:type="dcterms:W3CDTF">2026-08-13T14:55:30Z</dcterms:created>
  <dcterms:modified xsi:type="dcterms:W3CDTF">2026-08-13T14:55:30Z</dcterms:modified>
</cp:coreProperties>
</file>