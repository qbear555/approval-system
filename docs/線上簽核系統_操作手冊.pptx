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920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線上簽核系統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99F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操作手冊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 → 申請 → 簽核 → PDF　｜　約 30 人內網　｜　2026-08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正式站  https://192.168.99.220:3848   或   https://catshome.tw:3848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怎麼進去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4206240"/>
        </p:xfrm>
        <a:graphic>
          <a:graphicData uri="http://schemas.openxmlformats.org/drawingml/2006/table">
            <a:tbl>
              <a:tblPr/>
              <a:tblGrid>
                <a:gridCol w="2377440"/>
                <a:gridCol w="886968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區網 HTTPS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https://192.168.99.220:3848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網域 HTTPS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https://catshome.tw:3848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本機開發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http://127.0.0.1:3847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Admin（管理員建立其他人帳號，不能自行註冊）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密碼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全新庫看 data/.admin-bootstrap.txt，登入後立刻改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49240"/>
            <a:ext cx="1124712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55321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開發階段：電腦綁定已停用。LINE 通知目前只給內建 Admin。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2 / 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畫面怎麼走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8813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0" y="108813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待辦、公告、統計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673352"/>
            <a:ext cx="1124712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801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新增申請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0" y="18013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選流程、填表、送出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386584"/>
            <a:ext cx="11247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146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待我簽核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00400" y="25146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核准／駁回／加簽／轉簽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099816"/>
            <a:ext cx="1124712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2783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我的申請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200400" y="32278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自己送出的單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813048"/>
            <a:ext cx="11247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410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簽核紀錄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00400" y="394106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相關單據；管理員可看已刪除並還原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11247120" cy="640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542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簽核流程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00400" y="4654296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管理員維護步驟與表單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57200" y="5239512"/>
            <a:ext cx="11247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67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備份／報表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200400" y="536752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依權限：備份 PDF、請假 Excel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3 / 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新增申請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57784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61872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3167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280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選流程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96596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請假、請購、報支、出差、加班、報修、簽呈、信用額度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005840"/>
            <a:ext cx="557784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1261872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167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128016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填欄位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196596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必填會標示。僅一般簽呈要自己填主旨，其餘自動產生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57784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730752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78561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7490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附件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443484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可上傳；已核准下載時會連 PDF 打包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3474720"/>
            <a:ext cx="557784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7960" y="3730752"/>
            <a:ext cx="457200" cy="4572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78561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132320" y="374904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583680" y="443484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下一關簽核人會收到 Email；Admin 另可收 LINE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4 / 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請假申請（最常用）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流程：申請人 → 代理人 → 人事 → 部門主管 → 副總（兩位都要簽）→ 總經理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3657600"/>
        </p:xfrm>
        <a:graphic>
          <a:graphicData uri="http://schemas.openxmlformats.org/drawingml/2006/table">
            <a:tbl>
              <a:tblPr/>
              <a:tblGrid>
                <a:gridCol w="2926080"/>
                <a:gridCol w="8321040"/>
              </a:tblGrid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欄位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744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代理人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人員選擇，必填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假別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特休／事假／病假等，必填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起迄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日期＋時間（30 分）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天數／小時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可自動試算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事由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選填</a:t>
                      </a:r>
                      <a:endParaRPr lang="en-US" sz="15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257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核准後若有最終通知，請依公司規定設定 Email 自動回覆，再到系統點「確認收到」。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5 / 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其他表單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128016" cy="6217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914400"/>
            <a:ext cx="11119104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04241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474720" y="1042416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品名、數量、金額、需用日 → 主管 → 副總 → 總經理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128016" cy="6217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585216" y="1627632"/>
            <a:ext cx="11119104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7556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費用報支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175564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用途與金額，流程與請購類似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340864"/>
            <a:ext cx="128016" cy="6217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" name="Shape 11"/>
          <p:cNvSpPr/>
          <p:nvPr/>
        </p:nvSpPr>
        <p:spPr>
          <a:xfrm>
            <a:off x="585216" y="2340864"/>
            <a:ext cx="11119104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468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地點、期間、交通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128016" cy="6217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585216" y="3054096"/>
            <a:ext cx="11119104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1821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加班／延長工時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474720" y="3182112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時段與時數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128016" cy="6217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585216" y="3767328"/>
            <a:ext cx="11119104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8953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電腦報修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474720" y="389534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設備與異常說明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128016" cy="6217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5" name="Shape 23"/>
          <p:cNvSpPr/>
          <p:nvPr/>
        </p:nvSpPr>
        <p:spPr>
          <a:xfrm>
            <a:off x="585216" y="4480560"/>
            <a:ext cx="11119104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6085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一般簽呈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474720" y="4608576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唯一需要自填主旨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5193792"/>
            <a:ext cx="128016" cy="621792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585216" y="5193792"/>
            <a:ext cx="11119104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3218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信用額度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532180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客戶與額度；財務建檔後申請人確認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6 / 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待我簽核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65760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71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可填意見；會簽要全部同意才過關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051560"/>
            <a:ext cx="365760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371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駁回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26280" y="20116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退回申請人，流程結束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38160" y="1051560"/>
            <a:ext cx="365760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66760" y="13716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加簽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66760" y="201168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臨時多請一位同仁會簽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520440"/>
            <a:ext cx="365760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轉簽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把本關交給另一位主管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297680" y="3520440"/>
            <a:ext cx="365760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催辦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26280" y="44805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提醒目前簽核人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138160" y="3520440"/>
            <a:ext cx="365760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6676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桌面彈窗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366760" y="4480560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登入中有新待簽會跳出中央提示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7 / 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與備份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詳情頁可預覽正式版面；已核准可下載。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中文用專案字型 Deng.ttf；已核准右上角有紅色「核准」章。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可選公司 .p12 或系統設定製作自簽憑證做數位簽章。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側欄「備份資料」依部門／表單／年月存放在 data/backups/。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有附件或啟用加密時存 ZIP。部署更新不會覆蓋此目錄。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8 / 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11247120" cy="14447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926080" y="13258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正式留底。設定在執行期，一鍵包不含帳密。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651760"/>
            <a:ext cx="11247120" cy="14447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88036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926080" y="29260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手機即時。現在只給內建 Admin。傳「綁定 Admin」。Webhook 用 https://catshome.tw:3848/line/webhook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4251960"/>
            <a:ext cx="11247120" cy="14447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480560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桌面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926080" y="4526280"/>
            <a:ext cx="8503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電腦開著簽核頁：系統通知＋畫面正中彈窗。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9 / 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刪除與還原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刪除是軟刪：列表隱藏，單據、附件、備份、稽核都還在。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一般人不能刪已核准單。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管理員到「簽核紀錄 → 查看已刪除單據」可還原。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已刪單據詳情會標示，並有「還原申請」。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10 / 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0F2744"/>
          </a:solidFill>
          <a:ln w="12700">
            <a:solidFill>
              <a:srgbClr val="0F27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"/>
            <a:ext cx="11247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管理員要記得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成員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017520" y="118872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自己建帳號，不要開放註冊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11247120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9456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17520" y="219456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可匯出／匯入整包模組（含 PDF 排版與最終通知）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2971800"/>
            <a:ext cx="11247120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2004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系統設定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017520" y="320040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公司名、Logo、公告、備份加密、PDF 簽章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11247120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20624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017520" y="420624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NAS_SKIP_DB=1，不要覆蓋 data/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983480"/>
            <a:ext cx="11247120" cy="8961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1208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一鍵包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017520" y="521208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D:\一鍵安裝包 的 NAS／Ubuntu／Windows，不含密鑰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CatsHome 線上簽核  ·  11 / 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F274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有問題先看這三個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README.md — 專案總說明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CHANGELOG.md — 唯一修改紀錄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docs/SYNOLOGY.md、UBUNTU.md、一鍵更新說明.md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https://github.com/qbear555/approval-system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線上簽核系統 — 操作手冊</dc:title>
  <dc:subject>登入、申請、簽核、PDF、通知</dc:subject>
  <dc:creator>CatsHome</dc:creator>
  <cp:lastModifiedBy>CatsHome</cp:lastModifiedBy>
  <cp:revision>1</cp:revision>
  <dcterms:created xsi:type="dcterms:W3CDTF">2026-08-13T14:49:22Z</dcterms:created>
  <dcterms:modified xsi:type="dcterms:W3CDTF">2026-08-13T14:49:22Z</dcterms:modified>
</cp:coreProperties>
</file>