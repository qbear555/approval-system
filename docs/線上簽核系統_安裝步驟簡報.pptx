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完整安裝與設定步驟說明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NAS Docker  ·  Ubuntu  ·  Windows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／ LINE ／ 備份 ／ 更新 ／ GitHub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正式站範例：https://192.168.99.220:3848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簡報製作：張祖銘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建議依序完成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系統架構與埠號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安裝前準備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Windows 便攜版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Ubuntu 安裝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Synology NAS 正式部署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首次登入與系統設定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LINE 通知串接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 備份資料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 更新與一鍵包／GitHub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 常見問題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2/14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系統架構與埠號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三平台 ＋ 獨立 LINE 服務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簽核主系統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 / Express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NAS 3847/3848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8080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NOTIFY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920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D:\Line 專案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埠 3850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Webhook 需 HTTPS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 data/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0760" y="1920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DB／上傳／備份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mail-config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部署永不覆蓋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3/14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安裝前準備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一鍵包路徑：D:\一鍵安裝包\（NAS / Ubuntu / Windows）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目標主機：內網可連；Docker／Node 依平台準備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 帳密：首次登入後立刻修改預設密碼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選用：SMTP、公司 Logo、LINE Developers Channel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安全：安裝包不含 Email／LINE 密鑰與正式 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4/14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Windows 便攜版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D:\一鍵安裝包\Windows\ApprovalSystem-Portable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 ApprovalSystem-Portable 到目標電腦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一鍵安裝.bat 或 start.bat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48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http://127.0.0.1:8080/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 登入 → 修改密碼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系統設定：品牌／Email／備份加密／LINE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更新時用 update.bat，勿覆蓋 data/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5/14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Ubuntu 安裝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建議／原生 Node + systemd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上傳 ApprovalSystem-Ubuntu-Install 至 /opt/approval-system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install.sh update.sh status.sh …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./install.sh --docker   # 或 sudo ./install.sh --native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ufw allow 3847/tcp  3848/tcp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瀏覽器：http://&lt;IP&gt;:3847 或 https://…:3848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更新：./update.sh（保留 data/）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6/14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Synology NAS 正式部署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/volume1/docker/approval-system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 NAS 安裝包內容至 /volume1/docker/approval-system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SSH 或 Container Manager：docker compose up -d --build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容器名 approval-system；埠 3847 / 3848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https://192.168.99.220:3848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data/ 掛載 volume — 重建容器不丟資料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7/14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5b. 從 Windows 更新 NAS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 data — NAS_SKIP_DB=1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強制規則：更新程式時不得覆寫 approval.db、backups、uploads、mail-config、certs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D:\一鍵安裝包\NAS\一鍵更新-從這台電腦部署到NAS.bat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或：node scripts/deploy-code-nas.js（需 NAS_PASS、NAS_SKIP_DB=1）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變更流程：改碼 → 驗證 NAS → 再同步一鍵包 → GitHub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8/14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首次登入與系統設定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僅內建 Admin 可見系統設定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Admin／admin · 立即修改預設密碼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公司品牌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名稱、Logo（登入頁／側欄／PDF）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備份加密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AES-256；無密碼則無法備份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LINE 通知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服務網址、API 金鑰、事件、誰可設定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 SMTP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主機／埠／帳密／寄件者（執行期設定）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側欄 LINE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有權限者可進獨立「LINE 通知」頁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9/14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LINE 通知（LINE NOTIFY）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獨立專案 D:\Line 專案 · 埠 3850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 LINE Developers 建立 Messaging API Channel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 填入 .env：Token、Secret、INTERNAL_API_KEY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 NAS：/volume1/docker/line-notify 啟動容器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 簽核設定服務網址 http://NAS:3850 與相同 API 金鑰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 成員傳「綁定 簽核帳號」；Webhook 需公網 HTTPS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10/14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 備份資料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營運資料 · 部署永不覆蓋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側欄「備份資料」（權限 backups）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 server/backup.js；目錄 data/backups/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或 ZIP；啟用 AES-256 則一律加密 ZIP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系統設定 → 備份加密：先設密碼再備份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DB／uploads 同屬 data/，更新程式不可刪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11/14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 更新、一鍵包與 GitHub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NAS 優先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改碼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Documents\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approval-system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上 NAS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2194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驗證正式站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SKIP_DB=1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一鍵包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三平台同步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NAS/Ubuntu/Win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GitHub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1945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分支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qbear555/…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倉庫：https://github.com/qbear555/approval-system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12/14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 常見問題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快速排除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容器一直重啟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docker logs；檢查 auth.js／labor.js 是否完整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 500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還原 labor.parseLeaveUsedManual 等完整 labor.js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statCardHtml not defined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 public/js/ui-helpers.js 後 Ctrl+F5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本機連不上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 8080 行程；勿用 NAS 的 3848 開本機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更新後資料沒了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錯誤覆蓋 data/ → 應 NAS_SKIP_DB=1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· 安裝步驟  13/14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83680" y="4800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張祖銘 製作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請核對：登入、流程、Email／LINE、備份路徑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詳細文字說明見同套件《完整安裝說明.md》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正式站：https://192.168.99.220:3848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簡報製作：張祖銘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張祖銘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線上簽核系統 — 完整安裝步驟</dc:title>
  <dc:subject>NAS / Ubuntu / Windows 安裝與設定</dc:subject>
  <dc:creator>張祖銘</dc:creator>
  <cp:lastModifiedBy>張祖銘</cp:lastModifiedBy>
  <cp:revision>1</cp:revision>
  <dcterms:created xsi:type="dcterms:W3CDTF">2026-07-25T19:38:49Z</dcterms:created>
  <dcterms:modified xsi:type="dcterms:W3CDTF">2026-07-25T19:38:49Z</dcterms:modified>
</cp:coreProperties>
</file>